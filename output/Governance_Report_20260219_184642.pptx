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Project Governance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19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Completion: nan%</a:t>
            </a:r>
          </a:p>
          <a:p>
            <a:r>
              <a:t>Schedule Variance: 0</a:t>
            </a:r>
          </a:p>
          <a:p>
            <a:r>
              <a:t>Effort Variance: 0</a:t>
            </a:r>
          </a:p>
          <a:p>
            <a:r>
              <a:t>High Risks: 0</a:t>
            </a:r>
          </a:p>
          <a:p>
            <a:r>
              <a:t>SPI: 0 | CPI: 0</a:t>
            </a:r>
          </a:p>
          <a:p>
            <a:pPr>
              <a:defRPr b="1" sz="2000">
                <a:solidFill>
                  <a:srgbClr val="00B050"/>
                </a:solidFill>
              </a:defRPr>
            </a:pPr>
            <a:r>
              <a:t>Overall Health: Green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Completion Overview</a:t>
            </a:r>
          </a:p>
        </p:txBody>
      </p:sp>
      <p:pic>
        <p:nvPicPr>
          <p:cNvPr id="3" name="Picture 2" descr="comple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9243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Overview</a:t>
            </a:r>
          </a:p>
        </p:txBody>
      </p:sp>
      <p:pic>
        <p:nvPicPr>
          <p:cNvPr id="3" name="Picture 2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6729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